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91068714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91068714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9971e176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9971e176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9971e176f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9971e176f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9971e176f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9971e176f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9971e176f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9971e176f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971e176f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971e176f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9971e176f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9971e176f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9971e176f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9971e176f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971e176f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971e176f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9971e176f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9971e176f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-scm.com/downloads" TargetMode="External"/><Relationship Id="rId4" Type="http://schemas.openxmlformats.org/officeDocument/2006/relationships/hyperlink" Target="https://github.com/" TargetMode="External"/><Relationship Id="rId5" Type="http://schemas.openxmlformats.org/officeDocument/2006/relationships/hyperlink" Target="https://git-scm.com/doc" TargetMode="External"/><Relationship Id="rId6" Type="http://schemas.openxmlformats.org/officeDocument/2006/relationships/hyperlink" Target="https://youtu.be/NcoBAfJ6l2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70200" y="1494300"/>
            <a:ext cx="60036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Version Control System (VCS)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Git &amp; Github</a:t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69175" y="118925"/>
            <a:ext cx="502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What is Version Control System?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69175" y="1401900"/>
            <a:ext cx="8042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Dynamic and complex code development is difficult without a Version Control System (VCS).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Version Control System keeps tracks and controls changes to the </a:t>
            </a:r>
            <a:r>
              <a:rPr lang="en" sz="2000">
                <a:solidFill>
                  <a:schemeClr val="dk1"/>
                </a:solidFill>
              </a:rPr>
              <a:t>source</a:t>
            </a:r>
            <a:r>
              <a:rPr lang="en" sz="2000">
                <a:solidFill>
                  <a:schemeClr val="dk1"/>
                </a:solidFill>
              </a:rPr>
              <a:t> code.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It is a necessary tool to maintain the integrity of the codebase.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9175" y="118925"/>
            <a:ext cx="519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Why use Version Control System?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69175" y="1709850"/>
            <a:ext cx="6811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Codebase of the project can be easily modified.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Errors made can be easily reverted with backups.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Collaboration among developers becomes way easier.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69175" y="118925"/>
            <a:ext cx="37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What is Git and GitHub?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70700" y="1248000"/>
            <a:ext cx="8202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 is an open-source version control system (VCS) tool for source code management.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 is used to handle small to very large software projects effectively and efficiently.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 enables non-linear software development participated by multiple developers in near real time.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69175" y="118925"/>
            <a:ext cx="37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What is Git and GitHub?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69175" y="2171550"/>
            <a:ext cx="7638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GitHub is a code hosting platform for software </a:t>
            </a:r>
            <a:r>
              <a:rPr lang="en" sz="2000">
                <a:solidFill>
                  <a:schemeClr val="dk1"/>
                </a:solidFill>
              </a:rPr>
              <a:t>development</a:t>
            </a:r>
            <a:r>
              <a:rPr lang="en" sz="2000">
                <a:solidFill>
                  <a:schemeClr val="dk1"/>
                </a:solidFill>
              </a:rPr>
              <a:t>, version control, and collaboration using Git.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69175" y="118925"/>
            <a:ext cx="340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To use</a:t>
            </a:r>
            <a:r>
              <a:rPr b="1" lang="en" sz="2400">
                <a:solidFill>
                  <a:schemeClr val="dk1"/>
                </a:solidFill>
              </a:rPr>
              <a:t> Git and GitHub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69175" y="1555800"/>
            <a:ext cx="8077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 needs to be downloaded and then, installed if you want to use it on Windows machines.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Git comes installed by default on most Linux and Mac machines.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You have to just create an account to use GitHub :)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69175" y="118925"/>
            <a:ext cx="30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Three stages of Git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69175" y="940188"/>
            <a:ext cx="8077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Files located inside a folder/repository go through three (3) stages before being under the version control with Git.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rgbClr val="0000FF"/>
                </a:solidFill>
              </a:rPr>
              <a:t>Untracked:</a:t>
            </a:r>
            <a:r>
              <a:rPr lang="en" sz="2000">
                <a:solidFill>
                  <a:schemeClr val="dk1"/>
                </a:solidFill>
              </a:rPr>
              <a:t> File exists, but it is not a part of Git’s version control.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rgbClr val="0000FF"/>
                </a:solidFill>
              </a:rPr>
              <a:t>Staged:</a:t>
            </a:r>
            <a:r>
              <a:rPr lang="en" sz="2000">
                <a:solidFill>
                  <a:schemeClr val="dk1"/>
                </a:solidFill>
              </a:rPr>
              <a:t> File has been added to Git’s version control, but changes have not been committed/acknowledged.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rgbClr val="0000FF"/>
                </a:solidFill>
              </a:rPr>
              <a:t>Committed:</a:t>
            </a:r>
            <a:r>
              <a:rPr lang="en" sz="2000">
                <a:solidFill>
                  <a:schemeClr val="dk1"/>
                </a:solidFill>
              </a:rPr>
              <a:t> The changes made to a staged file have been committed.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69175" y="118925"/>
            <a:ext cx="30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Three stages of Git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69175" y="1709850"/>
            <a:ext cx="8077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20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it status</a:t>
            </a:r>
            <a:r>
              <a:rPr lang="en" sz="2000">
                <a:solidFill>
                  <a:schemeClr val="dk1"/>
                </a:solidFill>
              </a:rPr>
              <a:t> command can be used to check what stage the files inside a repository are currently at.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Assume that we are working with a file named </a:t>
            </a:r>
            <a:r>
              <a:rPr i="1" lang="en" sz="2000">
                <a:solidFill>
                  <a:schemeClr val="dk1"/>
                </a:solidFill>
              </a:rPr>
              <a:t>demo.cpp</a:t>
            </a:r>
            <a:r>
              <a:rPr lang="en" sz="2000">
                <a:solidFill>
                  <a:schemeClr val="dk1"/>
                </a:solidFill>
              </a:rPr>
              <a:t> inside a repository.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469175" y="118925"/>
            <a:ext cx="30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Three stages of Git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590250" y="1867950"/>
            <a:ext cx="1450800" cy="1407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68300" y="2156100"/>
            <a:ext cx="109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Untracked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demo.cpp</a:t>
            </a:r>
            <a:endParaRPr b="1" i="1"/>
          </a:p>
        </p:txBody>
      </p:sp>
      <p:sp>
        <p:nvSpPr>
          <p:cNvPr id="130" name="Google Shape;130;p21"/>
          <p:cNvSpPr/>
          <p:nvPr/>
        </p:nvSpPr>
        <p:spPr>
          <a:xfrm>
            <a:off x="3846600" y="1867950"/>
            <a:ext cx="1450800" cy="1407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4024650" y="2156100"/>
            <a:ext cx="109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Staged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demo.cpp</a:t>
            </a:r>
            <a:endParaRPr b="1" i="1"/>
          </a:p>
        </p:txBody>
      </p:sp>
      <p:sp>
        <p:nvSpPr>
          <p:cNvPr id="132" name="Google Shape;132;p21"/>
          <p:cNvSpPr/>
          <p:nvPr/>
        </p:nvSpPr>
        <p:spPr>
          <a:xfrm>
            <a:off x="7102950" y="1867950"/>
            <a:ext cx="1450800" cy="1407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7246650" y="2156100"/>
            <a:ext cx="116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Committed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demo.cpp</a:t>
            </a:r>
            <a:endParaRPr b="1" i="1"/>
          </a:p>
        </p:txBody>
      </p:sp>
      <p:cxnSp>
        <p:nvCxnSpPr>
          <p:cNvPr id="134" name="Google Shape;134;p21"/>
          <p:cNvCxnSpPr>
            <a:stCxn id="128" idx="3"/>
            <a:endCxn id="130" idx="1"/>
          </p:cNvCxnSpPr>
          <p:nvPr/>
        </p:nvCxnSpPr>
        <p:spPr>
          <a:xfrm>
            <a:off x="2041050" y="2571750"/>
            <a:ext cx="180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35" name="Google Shape;135;p21"/>
          <p:cNvCxnSpPr>
            <a:stCxn id="130" idx="3"/>
            <a:endCxn id="132" idx="1"/>
          </p:cNvCxnSpPr>
          <p:nvPr/>
        </p:nvCxnSpPr>
        <p:spPr>
          <a:xfrm>
            <a:off x="5297400" y="2571750"/>
            <a:ext cx="1805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" name="Google Shape;136;p21"/>
          <p:cNvSpPr txBox="1"/>
          <p:nvPr/>
        </p:nvSpPr>
        <p:spPr>
          <a:xfrm>
            <a:off x="2147625" y="1995050"/>
            <a:ext cx="159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11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it add demo.cpp</a:t>
            </a:r>
            <a:endParaRPr sz="1100">
              <a:solidFill>
                <a:srgbClr val="99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5332275" y="1995050"/>
            <a:ext cx="180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“msg”</a:t>
            </a:r>
            <a:endParaRPr sz="1100">
              <a:solidFill>
                <a:srgbClr val="99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243475" y="2686125"/>
            <a:ext cx="140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git rm –cached demo.cpp</a:t>
            </a:r>
            <a:endParaRPr sz="1100">
              <a:solidFill>
                <a:srgbClr val="99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69175" y="118925"/>
            <a:ext cx="18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References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69175" y="1401900"/>
            <a:ext cx="6646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Git Download: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https://git-scm.com/downloads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GitHub: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https://github.com/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Git Documentation: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https://git-scm.com/doc</a:t>
            </a:r>
            <a:endParaRPr sz="2000"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CS50 Lecture on Git: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https://youtu.be/NcoBAfJ6l2Q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469175" y="4691700"/>
            <a:ext cx="20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CSE308, July 2022, 2022/11/26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4125450" y="4691700"/>
            <a:ext cx="8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CSE, BUET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69175" y="118925"/>
            <a:ext cx="29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Always Remember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69175" y="1032600"/>
            <a:ext cx="4995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In case of fire</a:t>
            </a:r>
            <a:r>
              <a:rPr lang="en" sz="2400">
                <a:solidFill>
                  <a:schemeClr val="dk1"/>
                </a:solidFill>
              </a:rPr>
              <a:t> 🔥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 add .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 commit -m “🙏”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 push origin master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 out of wherever you are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